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03284e4b4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03284e4b4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e8b29d56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e8b29d56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e8b29d56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e8b29d56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20dc08413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20dc08413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20dc08413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20dc08413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0dc08413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20dc08413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e8b29d56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e8b29d56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e8b29d56f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3e8b29d56f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0dc08413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0dc08413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0dc08413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20dc08413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0dc08413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0dc08413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0dc08413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0dc08413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0dc08413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0dc08413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0dc08413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0dc08413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0dc08413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20dc08413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i.org/10.1007/s13246-020-00897-w" TargetMode="External"/><Relationship Id="rId4" Type="http://schemas.openxmlformats.org/officeDocument/2006/relationships/hyperlink" Target="https://mlarchive.com/deep-learning/understanding-long-short-term-memory-network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018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BTech Thesis Project Presentation</a:t>
            </a:r>
            <a:endParaRPr sz="3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005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Saumya Chaturvedi (2021UEA6510)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Swayam Bhageria  (2021UEA6508)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706100" y="4388725"/>
            <a:ext cx="712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Project Supervisor : Dr Aarti Jain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7270" l="0" r="0" t="-7270"/>
          <a:stretch/>
        </p:blipFill>
        <p:spPr>
          <a:xfrm>
            <a:off x="3484050" y="178250"/>
            <a:ext cx="1622750" cy="162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Schizophrenia Detection of EEG Signals using Deep Learning Neural Networks</a:t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-471450" y="51435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Automated schizophrenia detection using EEG signals by CNN-LSTM model.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95.98% accuracy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10% increase over base 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Dataset of 28 subjects, over 16 electrodes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Testing model performance on unseen data revealed bias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Possible overfitting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Small datasets struggle with generalization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Work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variety of methods explored - regularization, callbacks, dropout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Final approach - Data Augmentation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Extending the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Encoder Decoder 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meaningful variation of real EEG spectograms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448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Dataset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Signal Preprocessing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Spectogram Generation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Variational Autoencoder (VAE) Training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CNN Feature Extraction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LSTM temporal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Classification</a:t>
            </a:r>
            <a:endParaRPr/>
          </a:p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Methodology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4375" y="184375"/>
            <a:ext cx="1796950" cy="477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565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from </a:t>
            </a:r>
            <a:r>
              <a:rPr lang="en"/>
              <a:t>Laboratory for Neurophysiology and Neuro-Computer Interfaces, Moscow State University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Includes EEG recorded signals: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healthy (n = 39) and with symptoms of schizophrenia (n = 45).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Age between </a:t>
            </a:r>
            <a:r>
              <a:rPr lang="en"/>
              <a:t>13 and 17 years old (adolescents)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Sampling frequency: 128 Hz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16 channels (electrodes)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7680 samples represent 1 channel</a:t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4910975" y="4299650"/>
            <a:ext cx="411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</a:t>
            </a:r>
            <a:r>
              <a:rPr lang="en"/>
              <a:t>M.V.Lomonosov Moscow State University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7900" y="1072763"/>
            <a:ext cx="272415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9550" y="3019400"/>
            <a:ext cx="41241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EEG signals of schizophrenic patient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2250"/>
            <a:ext cx="8839201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5313900" y="3091100"/>
            <a:ext cx="367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EEG signals of healthy patient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391325" y="3765275"/>
            <a:ext cx="564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800">
                <a:solidFill>
                  <a:schemeClr val="dk2"/>
                </a:solidFill>
              </a:rPr>
              <a:t>X-axis: time </a:t>
            </a:r>
            <a:endParaRPr sz="18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800">
                <a:solidFill>
                  <a:schemeClr val="dk2"/>
                </a:solidFill>
              </a:rPr>
              <a:t>Y-axis: </a:t>
            </a:r>
            <a:r>
              <a:rPr lang="en" sz="1800">
                <a:solidFill>
                  <a:schemeClr val="dk2"/>
                </a:solidFill>
              </a:rPr>
              <a:t>EEG channel amplitude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6716425" y="526950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</a:t>
            </a:r>
            <a:r>
              <a:rPr lang="en"/>
              <a:t>Shoeibi et 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Variational Autoencoder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96125"/>
            <a:ext cx="829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Augmentation by probabilistic data reconstruction.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525" y="1076450"/>
            <a:ext cx="7709874" cy="280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6566775" y="908925"/>
            <a:ext cx="15618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source: Wikipedia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VAE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Encoder</a:t>
            </a:r>
            <a:r>
              <a:rPr lang="en"/>
              <a:t>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Compresses input data into a lower-dimensional latent space.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Converts input data into a probabilistic distribution (mean and variance).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Latent Space Representation</a:t>
            </a:r>
            <a:r>
              <a:rPr lang="en"/>
              <a:t>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Stores learned distributions of features.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Similar EEG patterns cluster close together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Decoder: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Mirror of the encoder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Reconstructs the original data from the latent space.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4301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source: Zheng et al</a:t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134374" cy="307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source: mlarchive.com</a:t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926" y="668475"/>
            <a:ext cx="6211374" cy="425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with base paper</a:t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78" y="1152475"/>
            <a:ext cx="8291650" cy="1858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 with Existing Research</a:t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23150"/>
            <a:ext cx="553263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CNN-LSTM model enhanced with VAE outperforms all </a:t>
            </a:r>
            <a:r>
              <a:rPr lang="en"/>
              <a:t>existing</a:t>
            </a:r>
            <a:r>
              <a:rPr lang="en"/>
              <a:t> models on classification of Schizophrenia patients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our model achieves high accuracy on lower training epochs and low memory requirements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Extend the usecase to </a:t>
            </a:r>
            <a:r>
              <a:rPr lang="en"/>
              <a:t>epilepsy detection, parkinsons detection and other neuroscientific problems.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Challenge the performance-efficiency tradeoff.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Dataset: Olejarczyk E, Jernajczyk W. Graph-based analysis of brain connectivity in schizophrenia. PLoS One. 2017 Nov 30;12(11):e0188629. doi: 10.1371/journal.pone.0188629. PMID: 29190759; PMCID: PMC5708839.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Sun, Jie, et al. "A hybrid deep neural network for classification of schizophrenia using EEG Data." Scientific Reports 11.1 (2021): 1-16.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Saeedi, M., Saeedi, A. \&amp; Maghsoudi, A. Major depressive disorder assessment via enhanced knearest neighbor method and EEG signals. Phys Eng Sci Med 43, 1007–1018 (2020).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https://doi.org/10.1007/s13246-020-00897-w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Shoeibi, A., Sadeghi, D., Moridian, P., Ghassemi, N., Heras, J., Alizadehsani, R., Khadem, A., Kong, Y., Nahavandi, S., Zhang, Y.-D., \&amp; Gorriz, J. M. (2021). Automatic Diagnosis of Schizophrenia in EEG Signals Using CNN-LSTM Models. Frontiers in Neuroinformatics, 15. https://doi.org/10.3389/fninf.2021.777977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https://mlarchive.com/deep-learning/understanding-long-short-term-memory-networks/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